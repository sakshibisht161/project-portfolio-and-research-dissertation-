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0"/>
            <a:ext cx="1371600" cy="685800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✈  AIRLINE FLIGHT PRICE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BCE0"/>
                </a:solidFill>
                <a:latin typeface="Aptos"/>
              </a:defRPr>
            </a:pPr>
            <a:r>
              <a:t>End-to-End Data Analysis &amp; Business Intelligence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8892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BF2F8"/>
                </a:solidFill>
                <a:latin typeface="Aptos"/>
              </a:defRPr>
            </a:pPr>
            <a:r>
              <a:t>EDA  •  Microsoft Excel  •  Power BI  •  Tableau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1508760" cy="329184"/>
          </a:xfrm>
          <a:prstGeom prst="round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4241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E253F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What this project analyzes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Explore airline flight-price data using Python EDA.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Understand airline, class, route, departure-time and stops patterns.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Analyze ticket-price range and flight-duration characteristics.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Convert analytical findings into Excel, Power BI and Tableau dashboards.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Communicate results through clear, interactive business visuals.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05840"/>
            <a:ext cx="1508760" cy="329184"/>
          </a:xfrm>
          <a:prstGeom prst="round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04241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E253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00200"/>
            <a:ext cx="2148840" cy="123444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46520" y="1600200"/>
            <a:ext cx="73152" cy="123444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746504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8483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Explore &amp;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963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00200"/>
            <a:ext cx="2148840" cy="123444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600200"/>
            <a:ext cx="73152" cy="1234440"/>
          </a:xfrm>
          <a:prstGeom prst="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746504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8483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Spreadsheet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4963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291840"/>
            <a:ext cx="2148840" cy="123444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3291840"/>
            <a:ext cx="73152" cy="1234440"/>
          </a:xfrm>
          <a:prstGeom prst="rect">
            <a:avLst/>
          </a:prstGeom>
          <a:solidFill>
            <a:srgbClr val="4DA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438144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7647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Interactive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87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3291840"/>
            <a:ext cx="2148840" cy="123444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1120" y="3291840"/>
            <a:ext cx="73152" cy="123444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3438144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Tableau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7647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Visual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187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Dataset &amp; Data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2148840" cy="10515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05156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97863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300,153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051560"/>
            <a:ext cx="2148840" cy="10515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051560"/>
            <a:ext cx="73152" cy="1051560"/>
          </a:xfrm>
          <a:prstGeom prst="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1197863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53619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051560"/>
            <a:ext cx="2148840" cy="10515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66360" y="1051560"/>
            <a:ext cx="73152" cy="1051560"/>
          </a:xfrm>
          <a:prstGeom prst="rect">
            <a:avLst/>
          </a:prstGeom>
          <a:solidFill>
            <a:srgbClr val="4DA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197863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53619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051560"/>
            <a:ext cx="2148840" cy="10515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1051560"/>
            <a:ext cx="73152" cy="105156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1197863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53619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051560"/>
            <a:ext cx="1828800" cy="10515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38360" y="1051560"/>
            <a:ext cx="73152" cy="105156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21240" y="119786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Avg. Duration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15361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12.22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468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Core variables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971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airline • flight • source_city • destination_city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departure_time • arrival_time • stops • class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duration • days_left • 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68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Data-quality checks in EDA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9718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Dataset shape: (300153, 12)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All columns contain 300,153 non-null observations.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Duplicate check returned 0 duplicate rows.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Descriptive statistics were generated for numeric variables.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Descriptive Statistics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383280" cy="132588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1325880"/>
          </a:xfrm>
          <a:prstGeom prst="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435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Average Ticket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20,889.66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097280"/>
            <a:ext cx="3383280" cy="132588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097280"/>
            <a:ext cx="73152" cy="132588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2435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Minimum Ticket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1,105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97280"/>
            <a:ext cx="3383280" cy="132588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73152" cy="1325880"/>
          </a:xfrm>
          <a:prstGeom prst="rect">
            <a:avLst/>
          </a:prstGeom>
          <a:solidFill>
            <a:srgbClr val="4DA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2435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Maximum Ticket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123,071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26080"/>
            <a:ext cx="3383280" cy="132588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73152" cy="132588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0723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Average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4107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12.221 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926080"/>
            <a:ext cx="3383280" cy="132588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2926080"/>
            <a:ext cx="73152" cy="132588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0723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Avg. Days Left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4107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26.005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926080"/>
            <a:ext cx="3383280" cy="132588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2926080"/>
            <a:ext cx="73152" cy="1325880"/>
          </a:xfrm>
          <a:prstGeom prst="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30723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Max Duration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107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49.83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EDA provides the statistical foundation used by the dashboard stages.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4B8CA"/>
                </a:solidFill>
                <a:latin typeface="Aptos"/>
              </a:defRPr>
            </a:pPr>
            <a:r>
              <a:t>Price range: 1,105 → 123,071  |  Duration range: 0.83 → 49.83 hours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EDA: Main Analytical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Airline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BF2F8"/>
                </a:solidFill>
                <a:latin typeface="Aptos"/>
              </a:defRPr>
            </a:pPr>
            <a:r>
              <a:t>Vistara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536192"/>
            <a:ext cx="3474720" cy="201168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0" y="14904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127,859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BF2F8"/>
                </a:solidFill>
                <a:latin typeface="Aptos"/>
              </a:defRPr>
            </a:pPr>
            <a:r>
              <a:t>Air_India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148839"/>
            <a:ext cx="2198336" cy="20116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01456" y="2103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80,892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340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BF2F8"/>
                </a:solidFill>
                <a:latin typeface="Aptos"/>
              </a:defRPr>
            </a:pPr>
            <a:r>
              <a:t>Indigo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761488"/>
            <a:ext cx="1171837" cy="20116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4957" y="27157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43,120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467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BF2F8"/>
                </a:solidFill>
                <a:latin typeface="Aptos"/>
              </a:defRPr>
            </a:pPr>
            <a:r>
              <a:t>GO_FIRST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374136"/>
            <a:ext cx="629753" cy="20116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32873" y="33284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23,173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59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BF2F8"/>
                </a:solidFill>
                <a:latin typeface="Aptos"/>
              </a:defRPr>
            </a:pPr>
            <a:r>
              <a:t>AirAsia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3986784"/>
            <a:ext cx="437482" cy="20116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40602" y="3941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16,098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720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BF2F8"/>
                </a:solidFill>
                <a:latin typeface="Aptos"/>
              </a:defRPr>
            </a:pPr>
            <a:r>
              <a:t>SpiceJet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599432"/>
            <a:ext cx="244884" cy="20116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48004" y="45537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9,011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960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Class distribution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508760"/>
            <a:ext cx="2194560" cy="12801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1508760"/>
            <a:ext cx="73152" cy="1280160"/>
          </a:xfrm>
          <a:prstGeom prst="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65506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993391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93,487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1508760"/>
            <a:ext cx="2194560" cy="12801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41080" y="1508760"/>
            <a:ext cx="73152" cy="128016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23959" y="165506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Economy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1993391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206,666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Visual analysis performed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566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BF2F8"/>
                </a:solidFill>
                <a:latin typeface="Aptos"/>
              </a:defRPr>
            </a:pPr>
            <a:r>
              <a:t>• Flights by Airline</a:t>
            </a:r>
          </a:p>
          <a:p>
            <a:pPr>
              <a:spcAft>
                <a:spcPts val="800"/>
              </a:spcAft>
              <a:defRPr sz="1400">
                <a:solidFill>
                  <a:srgbClr val="EBF2F8"/>
                </a:solidFill>
                <a:latin typeface="Aptos"/>
              </a:defRPr>
            </a:pPr>
            <a:r>
              <a:t>• Flights by Source City</a:t>
            </a:r>
          </a:p>
          <a:p>
            <a:pPr>
              <a:spcAft>
                <a:spcPts val="800"/>
              </a:spcAft>
              <a:defRPr sz="1400">
                <a:solidFill>
                  <a:srgbClr val="EBF2F8"/>
                </a:solidFill>
                <a:latin typeface="Aptos"/>
              </a:defRPr>
            </a:pPr>
            <a:r>
              <a:t>• Flights by Stops</a:t>
            </a:r>
          </a:p>
          <a:p>
            <a:pPr>
              <a:spcAft>
                <a:spcPts val="800"/>
              </a:spcAft>
              <a:defRPr sz="1400">
                <a:solidFill>
                  <a:srgbClr val="EBF2F8"/>
                </a:solidFill>
                <a:latin typeface="Aptos"/>
              </a:defRPr>
            </a:pPr>
            <a:r>
              <a:t>• Average Price by Class</a:t>
            </a:r>
          </a:p>
          <a:p>
            <a:pPr>
              <a:spcAft>
                <a:spcPts val="800"/>
              </a:spcAft>
              <a:defRPr sz="1400">
                <a:solidFill>
                  <a:srgbClr val="EBF2F8"/>
                </a:solidFill>
                <a:latin typeface="Aptos"/>
              </a:defRPr>
            </a:pPr>
            <a:r>
              <a:t>• Flights by Departure Time</a:t>
            </a:r>
          </a:p>
          <a:p>
            <a:pPr>
              <a:spcAft>
                <a:spcPts val="800"/>
              </a:spcAft>
              <a:defRPr sz="1400">
                <a:solidFill>
                  <a:srgbClr val="EBF2F8"/>
                </a:solidFill>
                <a:latin typeface="Aptos"/>
              </a:defRPr>
            </a:pPr>
            <a:r>
              <a:t>• Duration vs Price • Days Left vs Price • Correlation Heatmap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EDA: Relationship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Analytical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Flight Duration vs Price — scatter plot used to inspect how price varies with duration.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Days Left vs Price — scatter plot used to inspect price variation with booking lead time.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Correlation Heatmap — summarizes correlations among numeric variables.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86200"/>
            <a:ext cx="333756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27B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133087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Duration →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4B8CA"/>
                </a:solidFill>
                <a:latin typeface="Aptos"/>
              </a:defRPr>
            </a:pPr>
            <a:r>
              <a:t>Relationship explored with a scatter plot.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886200"/>
            <a:ext cx="333756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F5B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4133087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Days Left →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61772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4B8CA"/>
                </a:solidFill>
                <a:latin typeface="Aptos"/>
              </a:defRPr>
            </a:pPr>
            <a:r>
              <a:t>Relationship explored with a scatter plot.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886200"/>
            <a:ext cx="333756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4D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4133087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Numeric Correlations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61772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4B8CA"/>
                </a:solidFill>
                <a:latin typeface="Aptos"/>
              </a:defRPr>
            </a:pPr>
            <a:r>
              <a:t>Correlation matrix visualized as a heatmap.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4B8CA"/>
                </a:solidFill>
                <a:latin typeface="Aptos"/>
              </a:defRPr>
            </a:pPr>
            <a:r>
              <a:t>These analyses support deeper statistical or predictive modeling in a future phase.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Microsoft Excel Dashboard</a:t>
            </a:r>
          </a:p>
        </p:txBody>
      </p:sp>
      <p:pic>
        <p:nvPicPr>
          <p:cNvPr id="6" name="Picture 5" descr="Airplane excel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48830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4B8CA"/>
                </a:solidFill>
                <a:latin typeface="Aptos"/>
              </a:defRPr>
            </a:pPr>
            <a:r>
              <a:rPr dirty="0"/>
              <a:t>KPI cards • Airline analysis • Class analysis • Departure time • Source/Destination city • Stops • Filters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Power BI Dashboard</a:t>
            </a:r>
          </a:p>
        </p:txBody>
      </p:sp>
      <p:pic>
        <p:nvPicPr>
          <p:cNvPr id="6" name="Picture 5" descr="Airplane power bi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61665"/>
            <a:ext cx="11338560" cy="5922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4B8CA"/>
                </a:solidFill>
                <a:latin typeface="Aptos"/>
              </a:defRPr>
            </a:pPr>
            <a:r>
              <a:t>Interactive slicers: Airline • Class • Destination City • Departure Time • Stops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Tableau Dashboard</a:t>
            </a:r>
          </a:p>
        </p:txBody>
      </p:sp>
      <p:pic>
        <p:nvPicPr>
          <p:cNvPr id="6" name="Picture 5" descr="airplane tableau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4918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4B8CA"/>
                </a:solidFill>
                <a:latin typeface="Aptos"/>
              </a:defRPr>
            </a:pPr>
            <a:r>
              <a:t>Interactive filters • Airline comparison • Price analysis • Departure time • Stops •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KPI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057400" cy="141732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41732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893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Total Flights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300,153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143000"/>
            <a:ext cx="2057400" cy="141732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98648" y="1143000"/>
            <a:ext cx="73152" cy="1417320"/>
          </a:xfrm>
          <a:prstGeom prst="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12893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Avg. Ticket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162763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20,889.66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143000"/>
            <a:ext cx="2057400" cy="141732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02936" y="1143000"/>
            <a:ext cx="73152" cy="1417320"/>
          </a:xfrm>
          <a:prstGeom prst="rect">
            <a:avLst/>
          </a:prstGeom>
          <a:solidFill>
            <a:srgbClr val="4DA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85816" y="12893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Max Ticket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162763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123,071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7224" y="1143000"/>
            <a:ext cx="2057400" cy="141732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07224" y="1143000"/>
            <a:ext cx="73152" cy="141732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0104" y="12893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Min Ticket 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162763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1,105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11512" y="1143000"/>
            <a:ext cx="2057400" cy="141732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11512" y="1143000"/>
            <a:ext cx="73152" cy="141732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94392" y="12893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Avg. Flight Duration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162763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12.22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What the dashboards communicate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Overall dataset scale and price range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Airline-level flight volume and pricing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Class mix and class-level price views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Departure-time distribution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City and stops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63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Consistency across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661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Vistara has the largest record volume.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Economy is the larger class segment.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One-stop flights dominate the stops view.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The dashboards show visible airline-level price differences.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Excel vs Power BI vs Tableau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2377440" cy="502920"/>
          </a:xfrm>
          <a:prstGeom prst="rect">
            <a:avLst/>
          </a:prstGeom>
          <a:solidFill>
            <a:srgbClr val="1F6FB2"/>
          </a:solidFill>
          <a:ln>
            <a:solidFill>
              <a:srgbClr val="426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23444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143000"/>
            <a:ext cx="2743200" cy="502920"/>
          </a:xfrm>
          <a:prstGeom prst="rect">
            <a:avLst/>
          </a:prstGeom>
          <a:solidFill>
            <a:srgbClr val="1F6FB2"/>
          </a:solidFill>
          <a:ln>
            <a:solidFill>
              <a:srgbClr val="426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23444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143000"/>
            <a:ext cx="2743200" cy="502920"/>
          </a:xfrm>
          <a:prstGeom prst="rect">
            <a:avLst/>
          </a:prstGeom>
          <a:solidFill>
            <a:srgbClr val="1F6FB2"/>
          </a:solidFill>
          <a:ln>
            <a:solidFill>
              <a:srgbClr val="426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88152" y="123444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1143000"/>
            <a:ext cx="2743200" cy="502920"/>
          </a:xfrm>
          <a:prstGeom prst="rect">
            <a:avLst/>
          </a:prstGeom>
          <a:solidFill>
            <a:srgbClr val="1F6FB2"/>
          </a:solidFill>
          <a:ln>
            <a:solidFill>
              <a:srgbClr val="426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31352" y="1234440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Tableau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45920"/>
            <a:ext cx="237744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79222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BF2F8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164592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40" y="17922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Spreadsheet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164592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17922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Interactive BI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64592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17922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Interactive visual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377440"/>
            <a:ext cx="2377440" cy="731520"/>
          </a:xfrm>
          <a:prstGeom prst="rect">
            <a:avLst/>
          </a:prstGeom>
          <a:solidFill>
            <a:srgbClr val="14314D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52374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BF2F8"/>
                </a:solidFill>
                <a:latin typeface="Aptos"/>
              </a:defRPr>
            </a:pPr>
            <a:r>
              <a:t>Filters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2377440"/>
            <a:ext cx="2743200" cy="731520"/>
          </a:xfrm>
          <a:prstGeom prst="rect">
            <a:avLst/>
          </a:prstGeom>
          <a:solidFill>
            <a:srgbClr val="14314D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40" y="25237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Dashboard filters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2377440"/>
            <a:ext cx="2743200" cy="731520"/>
          </a:xfrm>
          <a:prstGeom prst="rect">
            <a:avLst/>
          </a:prstGeom>
          <a:solidFill>
            <a:srgbClr val="14314D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06440" y="25237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Slicers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377440"/>
            <a:ext cx="2743200" cy="731520"/>
          </a:xfrm>
          <a:prstGeom prst="rect">
            <a:avLst/>
          </a:prstGeom>
          <a:solidFill>
            <a:srgbClr val="14314D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25237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Filters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108960"/>
            <a:ext cx="237744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2552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BF2F8"/>
                </a:solidFill>
                <a:latin typeface="Aptos"/>
              </a:defRPr>
            </a:pPr>
            <a:r>
              <a:t>KPIs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310896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40" y="32552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310896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06440" y="32552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310896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9640" y="32552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840480"/>
            <a:ext cx="2377440" cy="731520"/>
          </a:xfrm>
          <a:prstGeom prst="rect">
            <a:avLst/>
          </a:prstGeom>
          <a:solidFill>
            <a:srgbClr val="14314D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39867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BF2F8"/>
                </a:solidFill>
                <a:latin typeface="Aptos"/>
              </a:defRPr>
            </a:pPr>
            <a:r>
              <a:t>Visual exploration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3840480"/>
            <a:ext cx="2743200" cy="731520"/>
          </a:xfrm>
          <a:prstGeom prst="rect">
            <a:avLst/>
          </a:prstGeom>
          <a:solidFill>
            <a:srgbClr val="14314D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40" y="398678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3840480"/>
            <a:ext cx="2743200" cy="731520"/>
          </a:xfrm>
          <a:prstGeom prst="rect">
            <a:avLst/>
          </a:prstGeom>
          <a:solidFill>
            <a:srgbClr val="14314D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06440" y="398678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840480"/>
            <a:ext cx="2743200" cy="731520"/>
          </a:xfrm>
          <a:prstGeom prst="rect">
            <a:avLst/>
          </a:prstGeom>
          <a:solidFill>
            <a:srgbClr val="14314D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49640" y="398678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572000"/>
            <a:ext cx="237744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7183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BF2F8"/>
                </a:solidFill>
                <a:latin typeface="Aptos"/>
              </a:defRPr>
            </a:pPr>
            <a:r>
              <a:t>Best demonstrated use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457200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63240" y="47183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Compact reporting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0" y="457200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06440" y="47183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Business intelligence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4572000"/>
            <a:ext cx="2743200" cy="731520"/>
          </a:xfrm>
          <a:prstGeom prst="rect">
            <a:avLst/>
          </a:prstGeom>
          <a:solidFill>
            <a:srgbClr val="183958"/>
          </a:solidFill>
          <a:ln>
            <a:solidFill>
              <a:srgbClr val="34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9640" y="47183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BF2F8"/>
                </a:solidFill>
                <a:latin typeface="Aptos"/>
              </a:defRPr>
            </a:pPr>
            <a:r>
              <a:t>Visual storytelling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251460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150876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89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flight records analyzed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62763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300,153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143000"/>
            <a:ext cx="251460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143000"/>
            <a:ext cx="73152" cy="1508760"/>
          </a:xfrm>
          <a:prstGeom prst="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289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average ticket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2763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20,889.66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3134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43000"/>
            <a:ext cx="251460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73152" cy="1508760"/>
          </a:xfrm>
          <a:prstGeom prst="rect">
            <a:avLst/>
          </a:prstGeom>
          <a:solidFill>
            <a:srgbClr val="4DA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289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maximum ticket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2763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123,071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134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143000"/>
            <a:ext cx="251460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143000"/>
            <a:ext cx="73152" cy="150876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1289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average flight 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62763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12.22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3134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154680"/>
            <a:ext cx="251460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3154680"/>
            <a:ext cx="73152" cy="1508760"/>
          </a:xfrm>
          <a:prstGeom prst="rect">
            <a:avLst/>
          </a:prstGeom>
          <a:solidFill>
            <a:srgbClr val="27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330098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largest record 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639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Vistara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32511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154680"/>
            <a:ext cx="251460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74720" y="3154680"/>
            <a:ext cx="73152" cy="1508760"/>
          </a:xfrm>
          <a:prstGeom prst="rect">
            <a:avLst/>
          </a:prstGeom>
          <a:solidFill>
            <a:srgbClr val="F5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0" y="330098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largest class segment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639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Economy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432511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154680"/>
            <a:ext cx="251460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3154680"/>
            <a:ext cx="73152" cy="1508760"/>
          </a:xfrm>
          <a:prstGeom prst="rect">
            <a:avLst/>
          </a:prstGeom>
          <a:solidFill>
            <a:srgbClr val="4DA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30098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dominant stops category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639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One stop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32511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3154680"/>
            <a:ext cx="2514600" cy="1508760"/>
          </a:xfrm>
          <a:prstGeom prst="roundRect">
            <a:avLst/>
          </a:prstGeom>
          <a:solidFill>
            <a:srgbClr val="183958"/>
          </a:solidFill>
          <a:ln>
            <a:solidFill>
              <a:srgbClr val="3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44000" y="3154680"/>
            <a:ext cx="73152" cy="150876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330098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4B8CA"/>
                </a:solidFill>
                <a:latin typeface="Aptos"/>
              </a:defRPr>
            </a:pPr>
            <a:r>
              <a:t>largest displayed departure-time category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63931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Morning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432511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4B8C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5544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4B8CA"/>
                </a:solidFill>
                <a:latin typeface="Aptos"/>
              </a:defRPr>
            </a:pPr>
            <a:r>
              <a:t>12  •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The project demonstrates a complete workflow from EDA to business dashboards.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EDA validates the dataset and establishes descriptive findings.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Excel, Power BI and Tableau translate the findings into visual reporting.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The dashboards consistently communicate airline, class, time, stops, city and price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Next analytical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Quantify price relationships using correlation/regression.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Analyze price by airline × class × stops × days left.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Add route-level analysis using source and destination combinations.</a:t>
            </a:r>
          </a:p>
          <a:p>
            <a:pPr>
              <a:spcAft>
                <a:spcPts val="800"/>
              </a:spcAft>
              <a:defRPr sz="1500">
                <a:solidFill>
                  <a:srgbClr val="EBF2F8"/>
                </a:solidFill>
                <a:latin typeface="Aptos"/>
              </a:defRPr>
            </a:pPr>
            <a:r>
              <a:t>• Develop a predictive model for ticket-price estimation.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4892040"/>
            <a:ext cx="8321040" cy="777240"/>
          </a:xfrm>
          <a:prstGeom prst="roundRect">
            <a:avLst/>
          </a:prstGeom>
          <a:solidFill>
            <a:srgbClr val="183958"/>
          </a:solidFill>
          <a:ln>
            <a:solidFill>
              <a:srgbClr val="27B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5093208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7BCE0"/>
                </a:solidFill>
                <a:latin typeface="Aptos"/>
              </a:defRPr>
            </a:pPr>
            <a:r>
              <a:t>From raw flight data → insights → interactive dashboards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BCE0"/>
                </a:solidFill>
                <a:latin typeface="Aptos"/>
              </a:defRPr>
            </a:pPr>
            <a:r>
              <a:t>Airline Flight Price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BF2F8"/>
                </a:solidFill>
                <a:latin typeface="Aptos"/>
              </a:defRPr>
            </a:pPr>
            <a:r>
              <a:t>EDA • Excel • Power BI • Tableau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2F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66294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8C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787</Words>
  <Application>Microsoft Office PowerPoint</Application>
  <PresentationFormat>Widescreen</PresentationFormat>
  <Paragraphs>205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 Latitude 5480</cp:lastModifiedBy>
  <cp:revision>3</cp:revision>
  <dcterms:created xsi:type="dcterms:W3CDTF">2013-01-27T09:14:16Z</dcterms:created>
  <dcterms:modified xsi:type="dcterms:W3CDTF">2026-10-04T13:59:54Z</dcterms:modified>
  <cp:category/>
</cp:coreProperties>
</file>